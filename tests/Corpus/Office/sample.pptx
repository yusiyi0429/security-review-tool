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Reviewer" initials="RV" lastInde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omments/comment1.xml><?xml version="1.0" encoding="utf-8"?>
<p:cmLst xmlns:p="http://schemas.openxmlformats.org/presentationml/2006/main" xmlns:a="http://schemas.openxmlformats.org/drawingml/2006/main" xmlns:r="http://schemas.openxmlformats.org/officeDocument/2006/relationships">
  <p:cm authorId="0" dt="2024-01-01T00:00:00" idx="0">
    <p:pos x="1000" y="1000"/>
    <p:text>tok_pptx_slide1_comment_text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tok_pptx_slide3_notes_text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tok_pptx_master_text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t>tok_pptx_master_text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tok_pptx_master_text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tok_pptx_master_text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tok_pptx_master_text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Title: tok_pptx_slide1_title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tok_pptx_slide1_body_p1_r1</a:t>
            </a:r>
          </a:p>
          <a:p>
            <a:r>
              <a:t>tok_pptx_slide1_body_p2_r1</a:t>
            </a:r>
            <a:r>
              <a:rPr b="1"/>
              <a:t> bold_text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tok_pptx_slide1_shape1_text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tok_pptx_table_h1_c1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tok_pptx_table_h1_c2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Row1Col1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Row1Col2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Row2Col1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Row2Col2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With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>Security Review Test</dc:subject>
  <dc:creator>Test Author</dc:creator>
  <cp:keywords>canary, test, security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